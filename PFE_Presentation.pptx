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PFE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Helpdesk Platform - GEISER Tunisia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ticket handling</a:t>
            </a:r>
          </a:p>
          <a:p>
            <a:r>
              <a:t>- Slow response time</a:t>
            </a:r>
          </a:p>
          <a:p>
            <a:r>
              <a:t>- No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